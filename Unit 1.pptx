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57" r:id="rId4"/>
    <p:sldId id="258" r:id="rId5"/>
    <p:sldId id="275" r:id="rId6"/>
    <p:sldId id="277" r:id="rId7"/>
    <p:sldId id="278" r:id="rId8"/>
    <p:sldId id="27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3" d="100"/>
          <a:sy n="73" d="100"/>
        </p:scale>
        <p:origin x="173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6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219200"/>
            <a:ext cx="7498080" cy="1143000"/>
          </a:xfrm>
        </p:spPr>
        <p:txBody>
          <a:bodyPr/>
          <a:lstStyle/>
          <a:p>
            <a:r>
              <a:rPr lang="en-IN" dirty="0"/>
              <a:t>Unit 1: Linear Data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514600"/>
            <a:ext cx="7498080" cy="1143000"/>
          </a:xfrm>
        </p:spPr>
        <p:txBody>
          <a:bodyPr>
            <a:normAutofit/>
          </a:bodyPr>
          <a:lstStyle/>
          <a:p>
            <a:pPr marL="82550" indent="0" algn="ctr">
              <a:buNone/>
            </a:pPr>
            <a:r>
              <a:rPr lang="en-IN" sz="6000" dirty="0"/>
              <a:t>Linked List</a:t>
            </a:r>
            <a:endParaRPr lang="en-IN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Linked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83226"/>
            <a:ext cx="7696200" cy="572237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linked list is a sequence of items, which are connected together via links.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 list is the second most-used data structure after array. </a:t>
            </a:r>
            <a:endParaRPr lang="en-US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2550" indent="0">
              <a:lnSpc>
                <a:spcPct val="170000"/>
              </a:lnSpc>
              <a:buNone/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terms-</a:t>
            </a:r>
            <a:endParaRPr lang="en-US" sz="7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Node- 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element in the linked list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70000"/>
              </a:lnSpc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− Each node of a linked list can store an element called a 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70000"/>
              </a:lnSpc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− A link or pointer to the next link called 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70000"/>
              </a:lnSpc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− A Linked List contains the- link to the first node called </a:t>
            </a: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2550" indent="0">
              <a:lnSpc>
                <a:spcPct val="170000"/>
              </a:lnSpc>
              <a:buNone/>
            </a:pPr>
            <a:r>
              <a:rPr lang="en-US" sz="7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Operations</a:t>
            </a: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Node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 Node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n-US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elements in the list/ Traverse the list</a:t>
            </a:r>
            <a:endParaRPr lang="en-IN"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524000"/>
            <a:ext cx="76200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Linked Lis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960" y="2514600"/>
            <a:ext cx="7498080" cy="231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572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Types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Singly Linear Linked List</a:t>
            </a:r>
            <a:endParaRPr lang="en-US" dirty="0"/>
          </a:p>
          <a:p>
            <a:r>
              <a:rPr lang="en-US" dirty="0"/>
              <a:t>Singly Circular Linked List</a:t>
            </a:r>
            <a:endParaRPr lang="en-US" dirty="0"/>
          </a:p>
          <a:p>
            <a:r>
              <a:rPr lang="en-US" dirty="0"/>
              <a:t>Doubly Linear Linked List</a:t>
            </a:r>
            <a:endParaRPr lang="en-US" dirty="0"/>
          </a:p>
          <a:p>
            <a:r>
              <a:rPr lang="en-US" dirty="0"/>
              <a:t>Doubly Circular Linked list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Singly Linear and Singly Circular Linked List</a:t>
            </a:r>
            <a:endParaRPr lang="en-IN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550" indent="0">
              <a:buNone/>
            </a:pP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8746" y="2286000"/>
            <a:ext cx="7484942" cy="3276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Doubly Linear and Doubly Circular Linked List</a:t>
            </a:r>
            <a:endParaRPr lang="en-IN" dirty="0"/>
          </a:p>
        </p:txBody>
      </p:sp>
      <p:pic>
        <p:nvPicPr>
          <p:cNvPr id="2054" name="Picture 6" descr="C# - Circular Doubly Linked List - AlphaCodingSkill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426" y="3860055"/>
            <a:ext cx="7034574" cy="257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inked Lis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441" y="1417638"/>
            <a:ext cx="7468247" cy="256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2550" indent="0"/>
            <a:r>
              <a:rPr lang="en-US" dirty="0"/>
              <a:t>Basic Operations on Linked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355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Traversal: To traverse all the nodes one after another.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Insertion: To add a node at the given position.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Deletion: To delete a node.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Searching: To search an element(s) by value.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Updating: To update a node.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Sorting: To arrange nodes in a linked list in a specific order.</a:t>
            </a:r>
            <a:endParaRPr lang="en-US" dirty="0"/>
          </a:p>
          <a:p>
            <a:pPr>
              <a:lnSpc>
                <a:spcPct val="160000"/>
              </a:lnSpc>
            </a:pPr>
            <a:r>
              <a:rPr lang="en-US" dirty="0"/>
              <a:t>Merging: To merge two linked lists into one.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1087</Words>
  <Application>WPS Presentation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Wingdings 2</vt:lpstr>
      <vt:lpstr>Verdana</vt:lpstr>
      <vt:lpstr>Calibri</vt:lpstr>
      <vt:lpstr>Gill Sans MT</vt:lpstr>
      <vt:lpstr>Microsoft YaHei</vt:lpstr>
      <vt:lpstr>Arial Unicode MS</vt:lpstr>
      <vt:lpstr>Solstice</vt:lpstr>
      <vt:lpstr>Unit 1: Linear Data Structures</vt:lpstr>
      <vt:lpstr>Linked List</vt:lpstr>
      <vt:lpstr>Linked List</vt:lpstr>
      <vt:lpstr>Types </vt:lpstr>
      <vt:lpstr>Singly Linear and Singly Circular Linked List</vt:lpstr>
      <vt:lpstr>Doubly Linear and Doubly Circular Linked List</vt:lpstr>
      <vt:lpstr>Basic Operations on Linked List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12 Data structure and algorithms</dc:title>
  <dc:creator>Administrator</dc:creator>
  <cp:lastModifiedBy>Doorva Balkawade</cp:lastModifiedBy>
  <cp:revision>62</cp:revision>
  <dcterms:created xsi:type="dcterms:W3CDTF">2006-08-16T00:00:00Z</dcterms:created>
  <dcterms:modified xsi:type="dcterms:W3CDTF">2026-10-24T18:18:18Z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74C3F3EDE7B145E0BB1A471B4A6F594E_12</vt:lpwstr>
  </property>
</Properties>
</file>